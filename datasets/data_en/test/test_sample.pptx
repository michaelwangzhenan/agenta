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技术概述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 通过 ReAct 循环，结合工具调用完成复杂任务。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 Calling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通过 Function Calling 调用外部工具，如搜索、计算、数据库查询。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